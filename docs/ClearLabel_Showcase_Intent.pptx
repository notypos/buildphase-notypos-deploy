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One-page Showcase Intent to Participate summary. ClearLabel — RAG over NIH Office of Dietary Supplements fact sheets. Replace the bracketed name, FAU email, and Z-number before uploading to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ClearLabel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29768" y="85953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answers about dietary supplements, grounded in NIH fact sheets.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635240" y="274320"/>
            <a:ext cx="4142232" cy="1481328"/>
          </a:xfrm>
          <a:prstGeom prst="roundRect">
            <a:avLst>
              <a:gd name="adj" fmla="val 493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19050" dir="5400000">
              <a:srgbClr val="9FB8BE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45552" y="384048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FULL NAME]</a:t>
            </a:r>
            <a:endParaRPr lang="en-US" sz="14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5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[your.email@fau.edu]  ·  [Z########]</a:t>
            </a:r>
            <a:endParaRPr lang="en-US" sz="14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Sponsor: </a:t>
            </a:r>
            <a:pPr algn="l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E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Office of Dietary Supplements, via HeroX / NASA Tournament Lab — Lead Problem, AI HootCamp Summer 2026</a:t>
            </a:r>
            <a:endParaRPr lang="en-US" sz="14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Mentorship: </a:t>
            </a:r>
            <a:pPr algn="l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E4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David Jaramillo, LexisNexis Risk Solutions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810512"/>
            <a:ext cx="3657600" cy="2798064"/>
          </a:xfrm>
          <a:prstGeom prst="roundRect">
            <a:avLst>
              <a:gd name="adj" fmla="val 2614"/>
            </a:avLst>
          </a:prstGeom>
          <a:solidFill>
            <a:srgbClr val="EDF6F7"/>
          </a:solidFill>
          <a:ln w="12700">
            <a:solidFill>
              <a:srgbClr val="EDF6F7"/>
            </a:solidFill>
            <a:prstDash val="solid"/>
          </a:ln>
          <a:effectLst>
            <a:outerShdw sx="100000" sy="100000" kx="0" ky="0" algn="bl" rotWithShape="0" blurRad="76200" dist="19050" dir="5400000">
              <a:srgbClr val="9FB8BE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38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WHO IT SERVES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246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ODS publishes authoritative fact sheets on 100+ supplements, but the consumer versions draw far less engagement than the professional ones. People decide at the shelf, from label marketing.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50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ClearLabel puts that same NIH evidence behind a question box and a phone camera.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50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Serves: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making supplement decisions — teens, adults, older adults, and caregivers. Spanish answers are retrieved from NIH's own Spanish-language fact sheets, not machine-translated.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810512"/>
            <a:ext cx="3657600" cy="2798064"/>
          </a:xfrm>
          <a:prstGeom prst="roundRect">
            <a:avLst>
              <a:gd name="adj" fmla="val 2614"/>
            </a:avLst>
          </a:prstGeom>
          <a:solidFill>
            <a:srgbClr val="EDF6F7"/>
          </a:solidFill>
          <a:ln w="12700">
            <a:solidFill>
              <a:srgbClr val="EDF6F7"/>
            </a:solidFill>
            <a:prstDash val="solid"/>
          </a:ln>
          <a:effectLst>
            <a:outerShdw sx="100000" sy="100000" kx="0" ky="0" algn="bl" rotWithShape="0" blurRad="76200" dist="19050" dir="5400000">
              <a:srgbClr val="9FB8BE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1938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AI CAPABILITIES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98848" y="2286000"/>
            <a:ext cx="3246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Q&amp;A (RAG) over ODS fact sheets — every answer cites its source sheet and section</a:t>
            </a:r>
            <a:endParaRPr lang="en-US" sz="9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structured as Evidence / Uncertainty / Marketing claim</a:t>
            </a:r>
            <a:endParaRPr lang="en-US" sz="9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modes: Teen · Adult · Older Adult · Caregiver, plus Spanish</a:t>
            </a:r>
            <a:endParaRPr lang="en-US" sz="9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Check — paste a marketing claim, get an evidence-strength verdict</a:t>
            </a:r>
            <a:endParaRPr lang="en-US" sz="9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Stack — saved supplements, medications, and life stage; agentic multi-step scan for upper-limit and interaction flags</a:t>
            </a:r>
            <a:endParaRPr lang="en-US" sz="9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scan — barcode lookup via the NIH DSLD API, vision-model OCR fallback</a:t>
            </a:r>
            <a:endParaRPr lang="en-US" sz="9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Card — printable summary and questions for your clinician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92440" y="1810512"/>
            <a:ext cx="3657600" cy="2798064"/>
          </a:xfrm>
          <a:prstGeom prst="roundRect">
            <a:avLst>
              <a:gd name="adj" fmla="val 2614"/>
            </a:avLst>
          </a:prstGeom>
          <a:solidFill>
            <a:srgbClr val="EDF6F7"/>
          </a:solidFill>
          <a:ln w="12700">
            <a:solidFill>
              <a:srgbClr val="EDF6F7"/>
            </a:solidFill>
            <a:prstDash val="solid"/>
          </a:ln>
          <a:effectLst>
            <a:outerShdw sx="100000" sy="100000" kx="0" ky="0" algn="bl" rotWithShape="0" blurRad="76200" dist="19050" dir="5400000">
              <a:srgbClr val="9FB8BE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1938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286000"/>
            <a:ext cx="324612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— 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domain analysis, system architecture, tech-stack decisions; build repo scaffolded (Next.js + TypeScript); Postgres/pgvector schema written with row-level security; model-provider and embedding layer ported from the Week 3 foundation (Supabase auth with JWT, error and rate-limit handling).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— 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fact-sheet ingestion, chunking, and embedding into Supabase pgvector; retrieval layer and chat interface.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B55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— 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mentor not yet assigned; DSLD API coverage unverified; label-scan OCR accuracy on curved or low-light labels is the main technical risk, mitigated by barcode-first lookup.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4791456"/>
            <a:ext cx="5577840" cy="1673352"/>
          </a:xfrm>
          <a:prstGeom prst="roundRect">
            <a:avLst>
              <a:gd name="adj" fmla="val 4372"/>
            </a:avLst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  <a:effectLst>
            <a:outerShdw sx="100000" sy="100000" kx="0" ky="0" algn="bl" rotWithShape="0" blurRad="76200" dist="19050" dir="5400000">
              <a:srgbClr val="9FB8BE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9011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READINESS &amp; DEMO BACKUP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230368"/>
            <a:ext cx="5166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Demonstrable today: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schema, and repository; Week 3 foundation app deployed with working authentication and AI integration.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by Aug 26: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ingest of the ODS fact-sheet corpus, cited chat, audience modes, Claim Check, My Stack agent, label scan, live Vercel deployment.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plan: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3–5 minute demo video linked from the README; a pre-seeded demo account with cached sample responses so the walkthrough runs without live API calls; local build if Vercel or venue Wi-Fi fails.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4791456"/>
            <a:ext cx="5577840" cy="1673352"/>
          </a:xfrm>
          <a:prstGeom prst="roundRect">
            <a:avLst>
              <a:gd name="adj" fmla="val 4372"/>
            </a:avLst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  <a:effectLst>
            <a:outerShdw sx="100000" sy="100000" kx="0" ky="0" algn="bl" rotWithShape="0" blurRad="76200" dist="19050" dir="5400000">
              <a:srgbClr val="9FB8BE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49011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INTENT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5230368"/>
            <a:ext cx="5166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 intend and am able to present at the campus showcase on Friday, August 28, 1:00–3:00 PM.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window works with no scheduling conflicts, and I am available for the full block.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Accessibility: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accommodations needed.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needs: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A/V only — HDMI display and venue Wi-Fi. I will bring my own laptop and a phone hotspot as network backup.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2026-08-19T23:30:12Z</dcterms:created>
  <dcterms:modified xsi:type="dcterms:W3CDTF">2026-08-19T23:30:12Z</dcterms:modified>
</cp:coreProperties>
</file>